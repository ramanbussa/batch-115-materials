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36"/>
  </p:notesMasterIdLst>
  <p:handoutMasterIdLst>
    <p:handoutMasterId r:id="rId37"/>
  </p:handoutMasterIdLst>
  <p:sldIdLst>
    <p:sldId id="386" r:id="rId2"/>
    <p:sldId id="387" r:id="rId3"/>
    <p:sldId id="388" r:id="rId4"/>
    <p:sldId id="389" r:id="rId5"/>
    <p:sldId id="390" r:id="rId6"/>
    <p:sldId id="391" r:id="rId7"/>
    <p:sldId id="392" r:id="rId8"/>
    <p:sldId id="393" r:id="rId9"/>
    <p:sldId id="394" r:id="rId10"/>
    <p:sldId id="395" r:id="rId11"/>
    <p:sldId id="396" r:id="rId12"/>
    <p:sldId id="397" r:id="rId13"/>
    <p:sldId id="398" r:id="rId14"/>
    <p:sldId id="399" r:id="rId15"/>
    <p:sldId id="400" r:id="rId16"/>
    <p:sldId id="401" r:id="rId17"/>
    <p:sldId id="402" r:id="rId18"/>
    <p:sldId id="403" r:id="rId19"/>
    <p:sldId id="404" r:id="rId20"/>
    <p:sldId id="405" r:id="rId21"/>
    <p:sldId id="406" r:id="rId22"/>
    <p:sldId id="407" r:id="rId23"/>
    <p:sldId id="408" r:id="rId24"/>
    <p:sldId id="409" r:id="rId25"/>
    <p:sldId id="410" r:id="rId26"/>
    <p:sldId id="411" r:id="rId27"/>
    <p:sldId id="412" r:id="rId28"/>
    <p:sldId id="413" r:id="rId29"/>
    <p:sldId id="414" r:id="rId30"/>
    <p:sldId id="415" r:id="rId31"/>
    <p:sldId id="416" r:id="rId32"/>
    <p:sldId id="417" r:id="rId33"/>
    <p:sldId id="540" r:id="rId34"/>
    <p:sldId id="435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822" autoAdjust="0"/>
  </p:normalViewPr>
  <p:slideViewPr>
    <p:cSldViewPr>
      <p:cViewPr>
        <p:scale>
          <a:sx n="69" d="100"/>
          <a:sy n="69" d="100"/>
        </p:scale>
        <p:origin x="12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 smtClean="0"/>
              <a:t>DevOps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29F14-6845-464F-A118-79B037902BA5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 smtClean="0"/>
              <a:t>RAM TECHNOLOGIES BANGALORE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42FBD-6DF0-4E1B-AE3C-2CB6209911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45538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 smtClean="0"/>
              <a:t>DevOps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F567E-05CB-4693-9BC8-2E78A8B1C9E4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 smtClean="0"/>
              <a:t>RAM TECHNOLOGIES BANGALORE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CD5AA-1EA7-4D5A-A8BB-289328471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84761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E02F5-C112-4E01-8E12-C020A7F33978}" type="datetime1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D66A7-0BEC-4485-9544-0C3053EBF265}" type="datetime1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9429-3518-4356-896B-D1FE3237542E}" type="datetime1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4310-A164-452E-A95A-B66C4A44D67B}" type="datetime1">
              <a:rPr lang="en-GB" smtClean="0"/>
              <a:t>10/12/2025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50E9-9CF7-4921-BE25-8ACE4E6B6844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4E22-219F-46A3-B3A2-CC68FD8CACFD}" type="datetime1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81FAE-89A9-4812-8847-3AC5EA83016E}" type="datetime1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D0DD-CA53-461E-A86E-451C1D393EA5}" type="datetime1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971AD-829A-41B0-93E9-510EAFE61D4F}" type="datetime1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10D6E945-6577-412C-BB5E-4DD9DC2EE1ED}" type="datetime1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</a:t>
            </a:fld>
            <a:endParaRPr lang="en-GB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245937"/>
            <a:ext cx="6840759" cy="4664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4744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</a:t>
            </a:fld>
            <a:endParaRPr lang="en-GB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138" y="1412776"/>
            <a:ext cx="6688137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2185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3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Shell types</a:t>
            </a:r>
            <a:endParaRPr lang="en-GB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7659435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293096"/>
            <a:ext cx="6912768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1131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4</a:t>
            </a:fld>
            <a:endParaRPr lang="en-GB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12776"/>
            <a:ext cx="6297613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284984"/>
            <a:ext cx="7272808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7397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5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Why we need to Learn </a:t>
            </a:r>
            <a:r>
              <a:rPr lang="en-GB" dirty="0" err="1" smtClean="0"/>
              <a:t>ShellScripting</a:t>
            </a:r>
            <a:endParaRPr lang="en-GB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04864"/>
            <a:ext cx="8064895" cy="331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4886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6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Pre-Requisites</a:t>
            </a:r>
            <a:endParaRPr lang="en-GB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844824"/>
            <a:ext cx="6573167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4507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7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Steps to Write Shell Script</a:t>
            </a:r>
            <a:endParaRPr lang="en-GB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772816"/>
            <a:ext cx="7704856" cy="3923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773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8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First shell script example</a:t>
            </a:r>
            <a:endParaRPr lang="en-GB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204864"/>
            <a:ext cx="7632848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7313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9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File Naming Conventions</a:t>
            </a:r>
            <a:endParaRPr lang="en-GB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438" y="2348881"/>
            <a:ext cx="6535062" cy="319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5941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10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Comments in Shell script</a:t>
            </a:r>
            <a:endParaRPr lang="en-GB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16833"/>
            <a:ext cx="7560840" cy="3717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3023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11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Variables in Shell Script</a:t>
            </a:r>
            <a:endParaRPr lang="en-GB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16832"/>
            <a:ext cx="7848872" cy="3374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9255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12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1.System Variables</a:t>
            </a:r>
            <a:endParaRPr lang="en-GB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844824"/>
            <a:ext cx="7374835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2612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13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2.User Defined Variables</a:t>
            </a:r>
            <a:endParaRPr lang="en-GB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988840"/>
            <a:ext cx="7632848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0746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14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Command Line Arguments in Shell Script</a:t>
            </a:r>
            <a:endParaRPr lang="en-GB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88840"/>
            <a:ext cx="7488832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784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15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String In Shell Script</a:t>
            </a:r>
            <a:endParaRPr lang="en-GB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16832"/>
            <a:ext cx="7200800" cy="120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852936"/>
            <a:ext cx="7200800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3666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16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Arithmetic Operations In Shell Script</a:t>
            </a:r>
            <a:endParaRPr lang="en-GB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16832"/>
            <a:ext cx="7632848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133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17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Read command in Shell Script</a:t>
            </a:r>
            <a:endParaRPr lang="en-GB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7056784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068960"/>
            <a:ext cx="5472608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4352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18</a:t>
            </a:fld>
            <a:endParaRPr lang="en-GB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12776"/>
            <a:ext cx="3888432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367842"/>
            <a:ext cx="5267325" cy="2069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7509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19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Input and Output Redirection</a:t>
            </a:r>
            <a:endParaRPr lang="en-GB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844824"/>
            <a:ext cx="6048672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708920"/>
            <a:ext cx="5916613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1760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20</a:t>
            </a:fld>
            <a:endParaRPr lang="en-GB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1052736"/>
            <a:ext cx="7920880" cy="3703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8213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21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Control Commands in Shell Script</a:t>
            </a:r>
            <a:endParaRPr lang="en-GB" dirty="0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569" y="1772816"/>
            <a:ext cx="6620799" cy="4137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8724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6FA65-7F69-4BA2-1BE2-413179B3B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980728"/>
            <a:ext cx="7666983" cy="514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587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DD86D6-B658-1F04-E279-928F8C5D6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02782"/>
            <a:ext cx="8424936" cy="459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559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1EED77-CFD5-2E46-82ED-8230E82B6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92696"/>
            <a:ext cx="8430491" cy="556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5512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71550-C5A3-6330-C27C-560E6B5E6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7" y="1113322"/>
            <a:ext cx="7992888" cy="459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542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C0C853-02AB-50CE-894E-DD7ECBC2B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08720"/>
            <a:ext cx="7834721" cy="511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231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4CCA6-F1C8-C3D9-631B-7D24E83BC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980728"/>
            <a:ext cx="8192783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76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836284-27FD-2AEF-2CA3-373D0573E4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432" r="1" b="19548"/>
          <a:stretch/>
        </p:blipFill>
        <p:spPr>
          <a:xfrm>
            <a:off x="539552" y="764704"/>
            <a:ext cx="8280920" cy="508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0474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29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Functions in Shell Script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E02E8E-F73A-5423-94A9-2D6D65D19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060848"/>
            <a:ext cx="8640960" cy="3744416"/>
          </a:xfrm>
          <a:prstGeom prst="rect">
            <a:avLst/>
          </a:prstGeom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068960"/>
            <a:ext cx="8424936" cy="2410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80098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30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C47A9A-600C-F403-7ED6-4DA29B0C6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890556"/>
            <a:ext cx="8316416" cy="2232248"/>
          </a:xfrm>
          <a:prstGeom prst="rect">
            <a:avLst/>
          </a:prstGeom>
        </p:spPr>
      </p:pic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797152"/>
            <a:ext cx="6264696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27518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31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C1640-1699-C6AD-0CC6-74F5C3FD9B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46" r="-1" b="21512"/>
          <a:stretch/>
        </p:blipFill>
        <p:spPr>
          <a:xfrm>
            <a:off x="755576" y="908720"/>
            <a:ext cx="7560840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0232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32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Pipes In Shell Script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664DEF7-4A13-E113-DB00-0489B9DE0D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592" y="1700808"/>
            <a:ext cx="7408862" cy="237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8295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33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899592" y="1443841"/>
            <a:ext cx="756084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Table 1: Built-in shell variables.</a:t>
            </a:r>
          </a:p>
          <a:p>
            <a:r>
              <a:rPr lang="en-GB" dirty="0"/>
              <a:t>Variable	Use</a:t>
            </a:r>
          </a:p>
          <a:p>
            <a:r>
              <a:rPr lang="en-GB" dirty="0"/>
              <a:t>$#	Stores the number of command-line arguments that were passed to the shell program.</a:t>
            </a:r>
          </a:p>
          <a:p>
            <a:r>
              <a:rPr lang="en-GB" dirty="0"/>
              <a:t>$?	Stores the exit value of the last command that was executed.</a:t>
            </a:r>
          </a:p>
          <a:p>
            <a:r>
              <a:rPr lang="en-GB" dirty="0"/>
              <a:t>$0	Stores the first word of the entered command (the name of the shell program).</a:t>
            </a:r>
          </a:p>
          <a:p>
            <a:r>
              <a:rPr lang="en-GB" dirty="0"/>
              <a:t>$*	Stores all the arguments that were entered on the command line ($1 $2 ...).</a:t>
            </a:r>
          </a:p>
          <a:p>
            <a:r>
              <a:rPr lang="en-GB" dirty="0"/>
              <a:t>"$@"	Stores all the arguments that were entered on the command line, individually quoted ("$1" "$2" ...).</a:t>
            </a:r>
          </a:p>
        </p:txBody>
      </p:sp>
    </p:spTree>
    <p:extLst>
      <p:ext uri="{BB962C8B-B14F-4D97-AF65-F5344CB8AC3E}">
        <p14:creationId xmlns:p14="http://schemas.microsoft.com/office/powerpoint/2010/main" val="11215568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34</a:t>
            </a:fld>
            <a:endParaRPr lang="en-GB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50" y="1228725"/>
            <a:ext cx="6640513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86382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9151</TotalTime>
  <Words>307</Words>
  <Application>Microsoft Office PowerPoint</Application>
  <PresentationFormat>On-screen Show (4:3)</PresentationFormat>
  <Paragraphs>127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Symbol</vt:lpstr>
      <vt:lpstr>Times New Roman</vt:lpstr>
      <vt:lpstr>Waveform</vt:lpstr>
      <vt:lpstr>PowerPoint Presentation</vt:lpstr>
      <vt:lpstr>PowerPoint Presentation</vt:lpstr>
      <vt:lpstr>Shell types</vt:lpstr>
      <vt:lpstr>PowerPoint Presentation</vt:lpstr>
      <vt:lpstr>Why we need to Learn ShellScripting</vt:lpstr>
      <vt:lpstr>Pre-Requisites</vt:lpstr>
      <vt:lpstr>Steps to Write Shell Script</vt:lpstr>
      <vt:lpstr>First shell script example</vt:lpstr>
      <vt:lpstr>File Naming Conventions</vt:lpstr>
      <vt:lpstr>Comments in Shell script</vt:lpstr>
      <vt:lpstr>Variables in Shell Script</vt:lpstr>
      <vt:lpstr>1.System Variables</vt:lpstr>
      <vt:lpstr>2.User Defined Variables</vt:lpstr>
      <vt:lpstr>Command Line Arguments in Shell Script</vt:lpstr>
      <vt:lpstr>String In Shell Script</vt:lpstr>
      <vt:lpstr>Arithmetic Operations In Shell Script</vt:lpstr>
      <vt:lpstr>Read command in Shell Script</vt:lpstr>
      <vt:lpstr>PowerPoint Presentation</vt:lpstr>
      <vt:lpstr>Input and Output Redirection</vt:lpstr>
      <vt:lpstr>PowerPoint Presentation</vt:lpstr>
      <vt:lpstr>Control Commands in Shell Script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Functions in Shell Script</vt:lpstr>
      <vt:lpstr>PowerPoint Presentation</vt:lpstr>
      <vt:lpstr>PowerPoint Presentation</vt:lpstr>
      <vt:lpstr>Pipes In Shell Script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Trending Course!!!</dc:title>
  <dc:creator>918095888447</dc:creator>
  <cp:lastModifiedBy>Ramanjaneyulu Bussa</cp:lastModifiedBy>
  <cp:revision>96</cp:revision>
  <dcterms:created xsi:type="dcterms:W3CDTF">2023-08-06T02:47:39Z</dcterms:created>
  <dcterms:modified xsi:type="dcterms:W3CDTF">2025-12-10T03:08:37Z</dcterms:modified>
</cp:coreProperties>
</file>